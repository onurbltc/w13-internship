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014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6958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97157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32989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863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867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6394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78408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3209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96168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10176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01529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42512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85391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Resim Sütu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33197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469966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23832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4BE67462-0BFE-42C4-B7F9-3A5A3BC94C4E}" type="datetimeFigureOut">
              <a:rPr lang="tr-TR" smtClean="0"/>
              <a:t>2.07.2022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E17B0AE2-59B9-4A14-96BF-27C9CA01EDB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635932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7F77D06-6E3F-DF25-F553-B8A8FD4690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/>
              <a:t>Final Presentation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2F191429-63B0-2745-3C51-6770FDF934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3159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D8AFACB-D2B8-1C88-2226-856803FE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X </a:t>
            </a:r>
            <a:r>
              <a:rPr lang="tr-TR" dirty="0" err="1"/>
              <a:t>and</a:t>
            </a:r>
            <a:r>
              <a:rPr lang="tr-TR" dirty="0"/>
              <a:t> Y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DBC8D40-0C66-30DC-EC08-BC4B1949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 err="1"/>
              <a:t>We</a:t>
            </a:r>
            <a:r>
              <a:rPr lang="tr-TR" dirty="0"/>
              <a:t> </a:t>
            </a:r>
            <a:r>
              <a:rPr lang="tr-TR" dirty="0" err="1"/>
              <a:t>take</a:t>
            </a:r>
            <a:r>
              <a:rPr lang="tr-TR" dirty="0"/>
              <a:t> </a:t>
            </a:r>
            <a:r>
              <a:rPr lang="tr-TR" dirty="0" err="1"/>
              <a:t>age</a:t>
            </a:r>
            <a:r>
              <a:rPr lang="tr-TR" dirty="0"/>
              <a:t>, </a:t>
            </a:r>
            <a:r>
              <a:rPr lang="tr-TR" dirty="0" err="1"/>
              <a:t>balance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day</a:t>
            </a:r>
            <a:r>
              <a:rPr lang="tr-TR" dirty="0"/>
              <a:t> as </a:t>
            </a:r>
            <a:r>
              <a:rPr lang="tr-TR" dirty="0" err="1"/>
              <a:t>our</a:t>
            </a:r>
            <a:r>
              <a:rPr lang="tr-TR" dirty="0"/>
              <a:t> X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duration</a:t>
            </a:r>
            <a:r>
              <a:rPr lang="tr-TR" dirty="0"/>
              <a:t> as </a:t>
            </a:r>
            <a:r>
              <a:rPr lang="tr-TR" dirty="0" err="1"/>
              <a:t>our</a:t>
            </a:r>
            <a:r>
              <a:rPr lang="tr-TR" dirty="0"/>
              <a:t> Y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0EE3C8A4-1C11-30EA-F6D2-92D4C0919F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490" t="20357" r="48558" b="69245"/>
          <a:stretch/>
        </p:blipFill>
        <p:spPr>
          <a:xfrm>
            <a:off x="2817040" y="2973489"/>
            <a:ext cx="6839720" cy="160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03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6989C6C-11F9-BC52-5B6F-398BECF6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Train Test </a:t>
            </a:r>
            <a:r>
              <a:rPr lang="tr-TR" dirty="0" err="1"/>
              <a:t>split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model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65BEA9F-87BC-00C3-7D39-4142969F6D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 err="1"/>
              <a:t>According</a:t>
            </a:r>
            <a:r>
              <a:rPr lang="tr-TR" dirty="0"/>
              <a:t>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our</a:t>
            </a:r>
            <a:r>
              <a:rPr lang="tr-TR" dirty="0"/>
              <a:t> </a:t>
            </a:r>
            <a:r>
              <a:rPr lang="tr-TR" dirty="0" err="1"/>
              <a:t>findings</a:t>
            </a:r>
            <a:r>
              <a:rPr lang="tr-TR" dirty="0"/>
              <a:t> </a:t>
            </a:r>
            <a:r>
              <a:rPr lang="tr-TR" dirty="0" err="1"/>
              <a:t>from</a:t>
            </a:r>
            <a:r>
              <a:rPr lang="tr-TR" dirty="0"/>
              <a:t> </a:t>
            </a:r>
            <a:r>
              <a:rPr lang="tr-TR" dirty="0" err="1"/>
              <a:t>tryouts</a:t>
            </a:r>
            <a:r>
              <a:rPr lang="tr-TR" dirty="0"/>
              <a:t> of </a:t>
            </a:r>
            <a:r>
              <a:rPr lang="tr-TR" dirty="0" err="1"/>
              <a:t>support</a:t>
            </a:r>
            <a:r>
              <a:rPr lang="tr-TR" dirty="0"/>
              <a:t> </a:t>
            </a:r>
            <a:r>
              <a:rPr lang="tr-TR" dirty="0" err="1"/>
              <a:t>machines</a:t>
            </a:r>
            <a:r>
              <a:rPr lang="tr-TR" dirty="0"/>
              <a:t> </a:t>
            </a:r>
            <a:r>
              <a:rPr lang="tr-TR" dirty="0" err="1"/>
              <a:t>regressor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random</a:t>
            </a:r>
            <a:r>
              <a:rPr lang="tr-TR" dirty="0"/>
              <a:t> </a:t>
            </a:r>
            <a:r>
              <a:rPr lang="tr-TR" dirty="0" err="1"/>
              <a:t>forests</a:t>
            </a:r>
            <a:r>
              <a:rPr lang="tr-TR" dirty="0"/>
              <a:t> </a:t>
            </a:r>
            <a:r>
              <a:rPr lang="tr-TR" dirty="0" err="1"/>
              <a:t>regressor</a:t>
            </a:r>
            <a:r>
              <a:rPr lang="tr-TR" dirty="0"/>
              <a:t> </a:t>
            </a:r>
            <a:r>
              <a:rPr lang="tr-TR" dirty="0" err="1"/>
              <a:t>we</a:t>
            </a:r>
            <a:r>
              <a:rPr lang="tr-TR" dirty="0"/>
              <a:t> </a:t>
            </a:r>
            <a:r>
              <a:rPr lang="tr-TR" dirty="0" err="1"/>
              <a:t>decided</a:t>
            </a:r>
            <a:r>
              <a:rPr lang="tr-TR" dirty="0"/>
              <a:t>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build</a:t>
            </a:r>
            <a:r>
              <a:rPr lang="tr-TR" dirty="0"/>
              <a:t> a </a:t>
            </a:r>
            <a:r>
              <a:rPr lang="tr-TR" dirty="0" err="1"/>
              <a:t>linear</a:t>
            </a:r>
            <a:r>
              <a:rPr lang="tr-TR" dirty="0"/>
              <a:t> </a:t>
            </a:r>
            <a:r>
              <a:rPr lang="tr-TR" dirty="0" err="1"/>
              <a:t>regression</a:t>
            </a:r>
            <a:r>
              <a:rPr lang="tr-TR" dirty="0"/>
              <a:t> model </a:t>
            </a:r>
            <a:r>
              <a:rPr lang="tr-TR" dirty="0" err="1"/>
              <a:t>which</a:t>
            </a:r>
            <a:r>
              <a:rPr lang="tr-TR" dirty="0"/>
              <a:t> has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lowest</a:t>
            </a:r>
            <a:r>
              <a:rPr lang="tr-TR" dirty="0"/>
              <a:t> </a:t>
            </a:r>
            <a:r>
              <a:rPr lang="tr-TR" dirty="0" err="1"/>
              <a:t>error</a:t>
            </a:r>
            <a:r>
              <a:rPr lang="tr-TR" dirty="0"/>
              <a:t> rate. Here is </a:t>
            </a:r>
            <a:r>
              <a:rPr lang="tr-TR" dirty="0" err="1"/>
              <a:t>our</a:t>
            </a:r>
            <a:r>
              <a:rPr lang="tr-TR" dirty="0"/>
              <a:t> model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its</a:t>
            </a:r>
            <a:r>
              <a:rPr lang="tr-TR" dirty="0"/>
              <a:t> </a:t>
            </a:r>
            <a:r>
              <a:rPr lang="tr-TR" dirty="0" err="1"/>
              <a:t>coefficients</a:t>
            </a:r>
            <a:r>
              <a:rPr lang="tr-TR" dirty="0"/>
              <a:t>.</a:t>
            </a:r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855BF6C8-05B6-798F-4E87-DDC60103F7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617" t="31347" r="26356" b="15036"/>
          <a:stretch/>
        </p:blipFill>
        <p:spPr>
          <a:xfrm>
            <a:off x="5546003" y="3077414"/>
            <a:ext cx="5916990" cy="3567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338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D2D35FE-3A3F-0451-731F-CA6C60FCC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tr-TR" dirty="0"/>
              <a:t>Model </a:t>
            </a:r>
            <a:r>
              <a:rPr lang="tr-TR" dirty="0" err="1"/>
              <a:t>Performance</a:t>
            </a:r>
            <a:br>
              <a:rPr lang="tr-TR" dirty="0"/>
            </a:br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5BF4B4-14E2-3661-8D21-C0087239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 err="1"/>
              <a:t>With</a:t>
            </a:r>
            <a:r>
              <a:rPr lang="tr-TR" dirty="0"/>
              <a:t> </a:t>
            </a:r>
            <a:r>
              <a:rPr lang="tr-TR" dirty="0" err="1"/>
              <a:t>square</a:t>
            </a:r>
            <a:r>
              <a:rPr lang="tr-TR" dirty="0"/>
              <a:t> </a:t>
            </a:r>
            <a:r>
              <a:rPr lang="tr-TR" dirty="0" err="1"/>
              <a:t>root</a:t>
            </a:r>
            <a:r>
              <a:rPr lang="tr-TR" dirty="0"/>
              <a:t> of </a:t>
            </a:r>
            <a:r>
              <a:rPr lang="tr-TR" dirty="0" err="1"/>
              <a:t>mean</a:t>
            </a:r>
            <a:r>
              <a:rPr lang="tr-TR" dirty="0"/>
              <a:t> </a:t>
            </a:r>
            <a:r>
              <a:rPr lang="tr-TR" dirty="0" err="1"/>
              <a:t>squared</a:t>
            </a:r>
            <a:r>
              <a:rPr lang="tr-TR" dirty="0"/>
              <a:t> </a:t>
            </a:r>
            <a:r>
              <a:rPr lang="tr-TR" dirty="0" err="1"/>
              <a:t>error</a:t>
            </a:r>
            <a:r>
              <a:rPr lang="tr-TR" dirty="0"/>
              <a:t> of </a:t>
            </a:r>
            <a:r>
              <a:rPr lang="tr-TR" dirty="0" err="1"/>
              <a:t>predictions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our</a:t>
            </a:r>
            <a:r>
              <a:rPr lang="tr-TR" dirty="0"/>
              <a:t> test </a:t>
            </a:r>
            <a:r>
              <a:rPr lang="tr-TR" dirty="0" err="1"/>
              <a:t>sample</a:t>
            </a:r>
            <a:r>
              <a:rPr lang="tr-TR" dirty="0"/>
              <a:t> of </a:t>
            </a:r>
            <a:r>
              <a:rPr lang="tr-TR" dirty="0" err="1"/>
              <a:t>label</a:t>
            </a:r>
            <a:r>
              <a:rPr lang="tr-TR" dirty="0"/>
              <a:t>, </a:t>
            </a:r>
            <a:r>
              <a:rPr lang="tr-TR" dirty="0" err="1"/>
              <a:t>linear</a:t>
            </a:r>
            <a:r>
              <a:rPr lang="tr-TR" dirty="0"/>
              <a:t> </a:t>
            </a:r>
            <a:r>
              <a:rPr lang="tr-TR" dirty="0" err="1"/>
              <a:t>regression</a:t>
            </a:r>
            <a:r>
              <a:rPr lang="tr-TR" dirty="0"/>
              <a:t> </a:t>
            </a:r>
            <a:r>
              <a:rPr lang="tr-TR" dirty="0" err="1"/>
              <a:t>performs</a:t>
            </a:r>
            <a:r>
              <a:rPr lang="tr-TR" dirty="0"/>
              <a:t> </a:t>
            </a:r>
            <a:r>
              <a:rPr lang="tr-TR" dirty="0" err="1"/>
              <a:t>best</a:t>
            </a:r>
            <a:r>
              <a:rPr lang="tr-TR" dirty="0"/>
              <a:t>.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793539C6-A001-78C2-8B71-F012D206D5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2" t="19149" r="27314" b="56454"/>
          <a:stretch/>
        </p:blipFill>
        <p:spPr>
          <a:xfrm>
            <a:off x="2188723" y="3164715"/>
            <a:ext cx="5749047" cy="167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06446"/>
      </p:ext>
    </p:extLst>
  </p:cSld>
  <p:clrMapOvr>
    <a:masterClrMapping/>
  </p:clrMapOvr>
</p:sld>
</file>

<file path=ppt/theme/theme1.xml><?xml version="1.0" encoding="utf-8"?>
<a:theme xmlns:a="http://schemas.openxmlformats.org/drawingml/2006/main" name="Derinlik">
  <a:themeElements>
    <a:clrScheme name="Derinlik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rinlik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rinlik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</TotalTime>
  <Words>86</Words>
  <Application>Microsoft Office PowerPoint</Application>
  <PresentationFormat>Geniş ekran</PresentationFormat>
  <Paragraphs>7</Paragraphs>
  <Slides>4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4</vt:i4>
      </vt:variant>
    </vt:vector>
  </HeadingPairs>
  <TitlesOfParts>
    <vt:vector size="7" baseType="lpstr">
      <vt:lpstr>Arial</vt:lpstr>
      <vt:lpstr>Corbel</vt:lpstr>
      <vt:lpstr>Derinlik</vt:lpstr>
      <vt:lpstr>Final Presentation</vt:lpstr>
      <vt:lpstr>X and Y</vt:lpstr>
      <vt:lpstr>Train Test split and model</vt:lpstr>
      <vt:lpstr>Model Performance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</dc:title>
  <dc:creator>Onur Baltacı</dc:creator>
  <cp:lastModifiedBy>Onur Baltacı</cp:lastModifiedBy>
  <cp:revision>2</cp:revision>
  <dcterms:created xsi:type="dcterms:W3CDTF">2022-06-30T13:27:13Z</dcterms:created>
  <dcterms:modified xsi:type="dcterms:W3CDTF">2022-07-02T08:33:14Z</dcterms:modified>
</cp:coreProperties>
</file>