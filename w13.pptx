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14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58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715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298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863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7867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6394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840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209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616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0176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0152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2512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5391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3319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6996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383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BE67462-0BFE-42C4-B7F9-3A5A3BC94C4E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17B0AE2-59B9-4A14-96BF-27C9CA01EDB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3593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F77D06-6E3F-DF25-F553-B8A8FD4690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Final Presentation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F191429-63B0-2745-3C51-6770FDF93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315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8AFACB-D2B8-1C88-2226-856803FE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X </a:t>
            </a:r>
            <a:r>
              <a:rPr lang="tr-TR" dirty="0" err="1"/>
              <a:t>and</a:t>
            </a:r>
            <a:r>
              <a:rPr lang="tr-TR" dirty="0"/>
              <a:t> 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DBC8D40-0C66-30DC-EC08-BC4B1949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EE3C8A4-1C11-30EA-F6D2-92D4C0919F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90" t="20357" r="48558" b="69245"/>
          <a:stretch/>
        </p:blipFill>
        <p:spPr>
          <a:xfrm>
            <a:off x="2817040" y="2973489"/>
            <a:ext cx="6839720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0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989C6C-11F9-BC52-5B6F-398BECF6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Train Test </a:t>
            </a:r>
            <a:r>
              <a:rPr lang="tr-TR" dirty="0" err="1"/>
              <a:t>split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model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65BEA9F-87BC-00C3-7D39-4142969F6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55BF6C8-05B6-798F-4E87-DDC60103F7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17" t="31347" r="26356" b="15036"/>
          <a:stretch/>
        </p:blipFill>
        <p:spPr>
          <a:xfrm>
            <a:off x="2334639" y="2324910"/>
            <a:ext cx="6099242" cy="367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3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2D35FE-3A3F-0451-731F-CA6C60FC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Model </a:t>
            </a:r>
            <a:r>
              <a:rPr lang="tr-TR" dirty="0" err="1"/>
              <a:t>Performance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5BF4B4-14E2-3661-8D21-C00872393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93539C6-A001-78C2-8B71-F012D206D5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2" t="19149" r="27314" b="56454"/>
          <a:stretch/>
        </p:blipFill>
        <p:spPr>
          <a:xfrm>
            <a:off x="2188723" y="3164715"/>
            <a:ext cx="5749047" cy="16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06446"/>
      </p:ext>
    </p:extLst>
  </p:cSld>
  <p:clrMapOvr>
    <a:masterClrMapping/>
  </p:clrMapOvr>
</p:sld>
</file>

<file path=ppt/theme/theme1.xml><?xml version="1.0" encoding="utf-8"?>
<a:theme xmlns:a="http://schemas.openxmlformats.org/drawingml/2006/main" name="Derinlik">
  <a:themeElements>
    <a:clrScheme name="Derinlik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rinlik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rinlik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</TotalTime>
  <Words>13</Words>
  <Application>Microsoft Office PowerPoint</Application>
  <PresentationFormat>Geniş ekran</PresentationFormat>
  <Paragraphs>4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7" baseType="lpstr">
      <vt:lpstr>Arial</vt:lpstr>
      <vt:lpstr>Corbel</vt:lpstr>
      <vt:lpstr>Derinlik</vt:lpstr>
      <vt:lpstr>Final Presentation</vt:lpstr>
      <vt:lpstr>X and Y</vt:lpstr>
      <vt:lpstr>Train Test split and model</vt:lpstr>
      <vt:lpstr>Model Performance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</dc:title>
  <dc:creator>Onur Baltacı</dc:creator>
  <cp:lastModifiedBy>Onur Baltacı</cp:lastModifiedBy>
  <cp:revision>1</cp:revision>
  <dcterms:created xsi:type="dcterms:W3CDTF">2022-06-30T13:27:13Z</dcterms:created>
  <dcterms:modified xsi:type="dcterms:W3CDTF">2022-06-30T13:37:47Z</dcterms:modified>
</cp:coreProperties>
</file>